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7" autoAdjust="0"/>
    <p:restoredTop sz="94660"/>
  </p:normalViewPr>
  <p:slideViewPr>
    <p:cSldViewPr snapToGrid="0">
      <p:cViewPr>
        <p:scale>
          <a:sx n="59" d="100"/>
          <a:sy n="59" d="100"/>
        </p:scale>
        <p:origin x="17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 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 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C40561-E274-4892-BC3C-03164F80CAB3}"/>
              </a:ext>
            </a:extLst>
          </p:cNvPr>
          <p:cNvCxnSpPr/>
          <p:nvPr/>
        </p:nvCxnSpPr>
        <p:spPr bwMode="auto">
          <a:xfrm>
            <a:off x="6079450" y="2812752"/>
            <a:ext cx="27780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B65222-DDF7-4233-AAE8-21FE7DDC09B8}"/>
              </a:ext>
            </a:extLst>
          </p:cNvPr>
          <p:cNvCxnSpPr>
            <a:cxnSpLocks/>
            <a:stCxn id="41" idx="3"/>
          </p:cNvCxnSpPr>
          <p:nvPr/>
        </p:nvCxnSpPr>
        <p:spPr bwMode="auto">
          <a:xfrm flipV="1">
            <a:off x="6079452" y="3042263"/>
            <a:ext cx="277805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D9B30C-A191-4A32-9DED-5DB643DA6172}"/>
              </a:ext>
            </a:extLst>
          </p:cNvPr>
          <p:cNvCxnSpPr/>
          <p:nvPr/>
        </p:nvCxnSpPr>
        <p:spPr bwMode="auto">
          <a:xfrm flipV="1">
            <a:off x="6079450" y="4203631"/>
            <a:ext cx="277807" cy="124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456F7F-B27A-4799-88F8-D073E7FD69C2}"/>
              </a:ext>
            </a:extLst>
          </p:cNvPr>
          <p:cNvSpPr/>
          <p:nvPr/>
        </p:nvSpPr>
        <p:spPr bwMode="auto">
          <a:xfrm>
            <a:off x="6370371" y="2671809"/>
            <a:ext cx="454836" cy="2252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DD5BB4-084F-466A-AF0B-502FDB8BFADE}"/>
              </a:ext>
            </a:extLst>
          </p:cNvPr>
          <p:cNvSpPr/>
          <p:nvPr/>
        </p:nvSpPr>
        <p:spPr bwMode="auto">
          <a:xfrm>
            <a:off x="6370371" y="2926129"/>
            <a:ext cx="454836" cy="2322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24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D678A3-EAAB-48D3-8575-95E77E70F0C7}"/>
              </a:ext>
            </a:extLst>
          </p:cNvPr>
          <p:cNvSpPr/>
          <p:nvPr/>
        </p:nvSpPr>
        <p:spPr bwMode="auto">
          <a:xfrm>
            <a:off x="6370371" y="4110956"/>
            <a:ext cx="454836" cy="25490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52411" y="2805113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7FE5E-70B2-4419-A76C-6ACBBB2AB297}"/>
              </a:ext>
            </a:extLst>
          </p:cNvPr>
          <p:cNvSpPr txBox="1"/>
          <p:nvPr/>
        </p:nvSpPr>
        <p:spPr>
          <a:xfrm>
            <a:off x="4849199" y="2780159"/>
            <a:ext cx="681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F39C2-293A-412F-8690-9D7BEEBAF2A2}"/>
              </a:ext>
            </a:extLst>
          </p:cNvPr>
          <p:cNvSpPr txBox="1"/>
          <p:nvPr/>
        </p:nvSpPr>
        <p:spPr>
          <a:xfrm>
            <a:off x="3867740" y="3717733"/>
            <a:ext cx="497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C6353-255F-4E29-AA3C-A0380A11E480}"/>
              </a:ext>
            </a:extLst>
          </p:cNvPr>
          <p:cNvSpPr txBox="1"/>
          <p:nvPr/>
        </p:nvSpPr>
        <p:spPr>
          <a:xfrm>
            <a:off x="3907291" y="3232566"/>
            <a:ext cx="500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E8C51-D41E-4DF4-9135-066D49A0536F}"/>
              </a:ext>
            </a:extLst>
          </p:cNvPr>
          <p:cNvSpPr txBox="1"/>
          <p:nvPr/>
        </p:nvSpPr>
        <p:spPr>
          <a:xfrm>
            <a:off x="3887787" y="4287838"/>
            <a:ext cx="505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BD737-4702-4E24-AA28-88C17FDACC56}"/>
              </a:ext>
            </a:extLst>
          </p:cNvPr>
          <p:cNvSpPr txBox="1"/>
          <p:nvPr/>
        </p:nvSpPr>
        <p:spPr>
          <a:xfrm>
            <a:off x="3884487" y="4718980"/>
            <a:ext cx="480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3CFDE-A5B6-4718-9DE4-988ACE1B3A3E}"/>
              </a:ext>
            </a:extLst>
          </p:cNvPr>
          <p:cNvSpPr txBox="1"/>
          <p:nvPr/>
        </p:nvSpPr>
        <p:spPr>
          <a:xfrm>
            <a:off x="4841262" y="3203566"/>
            <a:ext cx="358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90D83-3ADC-4F3F-8936-CCFDF5B09CC7}"/>
              </a:ext>
            </a:extLst>
          </p:cNvPr>
          <p:cNvSpPr txBox="1"/>
          <p:nvPr/>
        </p:nvSpPr>
        <p:spPr>
          <a:xfrm>
            <a:off x="4880339" y="3744080"/>
            <a:ext cx="296536" cy="338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9AD4A-DB06-4AA5-97E8-02B160B820CA}"/>
              </a:ext>
            </a:extLst>
          </p:cNvPr>
          <p:cNvSpPr txBox="1"/>
          <p:nvPr/>
        </p:nvSpPr>
        <p:spPr>
          <a:xfrm>
            <a:off x="4880339" y="4233863"/>
            <a:ext cx="363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CA17A-8B33-411D-8657-A7A6369E1C15}"/>
              </a:ext>
            </a:extLst>
          </p:cNvPr>
          <p:cNvSpPr txBox="1"/>
          <p:nvPr/>
        </p:nvSpPr>
        <p:spPr>
          <a:xfrm>
            <a:off x="4880339" y="4822371"/>
            <a:ext cx="22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5D2F1-DC86-4542-8023-9B2365CEEE3A}"/>
              </a:ext>
            </a:extLst>
          </p:cNvPr>
          <p:cNvSpPr txBox="1"/>
          <p:nvPr/>
        </p:nvSpPr>
        <p:spPr>
          <a:xfrm>
            <a:off x="4899454" y="5296676"/>
            <a:ext cx="258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253</Words>
  <Application>Microsoft Office PowerPoint</Application>
  <PresentationFormat>On-screen Show (4:3)</PresentationFormat>
  <Paragraphs>92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belen desta</cp:lastModifiedBy>
  <cp:revision>58</cp:revision>
  <cp:lastPrinted>2015-10-07T21:36:22Z</cp:lastPrinted>
  <dcterms:created xsi:type="dcterms:W3CDTF">2003-12-08T11:02:30Z</dcterms:created>
  <dcterms:modified xsi:type="dcterms:W3CDTF">2022-02-28T21:25:28Z</dcterms:modified>
</cp:coreProperties>
</file>